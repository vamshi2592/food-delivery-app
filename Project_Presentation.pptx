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7744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Food Delivery AI Agent</a:t>
            </a:r>
          </a:p>
          <a:p>
            <a:pPr algn="l"/>
            <a:r>
              <a:rPr sz="2400" b="0">
                <a:solidFill>
                  <a:srgbClr val="DDDDDD"/>
                </a:solidFill>
                <a:latin typeface="Calibri"/>
              </a:rPr>
              <a:t>Interim Report — Project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66344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BBBBB"/>
                </a:solidFill>
                <a:latin typeface="Calibri"/>
              </a:rPr>
              <a:t>OpenAI (GPT)  ·  LangChain  ·  SQLite  ·  Jupyter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  <a:latin typeface="Calibri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Let business users query a food-delivery database in plain English.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No hand-written SQL: the LLM agent writes and runs the query itself.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•  Built as a Jupyter notebook mapped one-to-one to the grading rubric: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      –  Section 1 — Loading &amp; Setting Up the LLM (8)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      –  Section 2 — Question Answering LLM (10)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      –  Section 3 — Build SQL Agent (16)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      –  Section 4 — Business Report Quality (6)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  <a:latin typeface="Calibri"/>
              </a:rPr>
              <a:t>How It Works (Architecture)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User asks a question in natural language.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LangChain SQL Agent (powered by OpenAI GPT) receives it.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Agent inspects the schema, writes SQL, executes it, self-corrects on error.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SQLite database returns rows; agent phrases a natural-language answer.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Flow:  Question → LLM Agent → SQL → SQLite DB → Answer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  <a:latin typeface="Calibri"/>
              </a:rPr>
              <a:t>The Database (food_delivery.db)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•  5 related tables, generated reproducibly with a fixed random seed: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      –  customers (60)  ·  restaurants (25)  ·  delivery_agents (20)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      –  orders (300)  ·  order_items (794)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orders links customers, restaurants and agents together.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Carries status, payment method, total amount and delivery time.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Independent of the LLM — rebuild any time with create_database.py.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  <a:latin typeface="Calibri"/>
              </a:rPr>
              <a:t>Setup (One Time)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1. Create &amp; activate a virtual environment (python3 -m venv .venv).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2. Install dependencies:  pip install -r requirements.txt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3. Register the kernel:  python -m ipykernel install --user --name food-delivery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4. Add your key:  copy .env.example to .env, paste OPENAI_API_KEY.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5. (Optional) Rebuild data:  python create_database.py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  <a:latin typeface="Calibri"/>
              </a:rPr>
              <a:t>Running the Notebook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•  Activate the venv, then launch Jupyter: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      –  jupyter notebook interim_report.ipynb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Select the "Python 3 (food-delivery)" kernel.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Run all cells top to bottom (Kernel ▸ Restart &amp; Run All).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Section 3 prints the SQL the agent generates (verbose mode).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  <a:latin typeface="Calibri"/>
              </a:rPr>
              <a:t>Walkthrough by Rubric Section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•  Section 1: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      –  Imports, API key from .env, LLM fixed at temperature=0 + seed.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•  Section 2: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      –  Same 3 questions with plain vs. refined prompts; compare quality.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•  Section 3: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      –  Load DB → build agent → 'all details for Order 1001' → verify vs. raw SQL.</a:t>
            </a:r>
          </a:p>
          <a:p>
            <a:pPr algn="l">
              <a:spcAft>
                <a:spcPts val="800"/>
              </a:spcAft>
            </a:pPr>
            <a:r>
              <a:rPr sz="1900" b="1">
                <a:solidFill>
                  <a:srgbClr val="222222"/>
                </a:solidFill>
                <a:latin typeface="Calibri"/>
              </a:rPr>
              <a:t>•  Section 4: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      –  Written business report (no code, no API key).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  <a:latin typeface="Calibri"/>
              </a:rPr>
              <a:t>Key Test: Order 1001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Prompt: 'Retrieve all details for order_id 1001 — customer, restaurant,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555555"/>
                </a:solidFill>
                <a:latin typeface="Calibri"/>
              </a:rPr>
              <a:t>      –  agent, status, payment, total amount and every item.'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The agent joins 4–5 tables on its own to answer.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We re-run the same query directly in SQLite as ground truth.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Accuracy = the agent's answer matches the ground truth field-for-field.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C8102E"/>
                </a:solidFill>
                <a:latin typeface="Calibri"/>
              </a:rPr>
              <a:t>Results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698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Refined prompts → more accurate, concise, schema-aware answers.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SQL agent correctly resolves multi-table natural-language requests.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Outputs are reproducible (fixed seeds on both data and model).</a:t>
            </a:r>
          </a:p>
          <a:p>
            <a:pPr algn="l">
              <a:spcAft>
                <a:spcPts val="800"/>
              </a:spcAft>
            </a:pPr>
            <a:r>
              <a:rPr sz="1900" b="0">
                <a:solidFill>
                  <a:srgbClr val="222222"/>
                </a:solidFill>
                <a:latin typeface="Calibri"/>
              </a:rPr>
              <a:t>•  Next: few-shot SQL examples, read-only guardrails, a simple UI.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2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73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Thank You</a:t>
            </a:r>
          </a:p>
          <a:p>
            <a:pPr algn="ctr"/>
            <a:r>
              <a:rPr sz="2000" b="0">
                <a:solidFill>
                  <a:srgbClr val="DDDDDD"/>
                </a:solidFill>
                <a:latin typeface="Calibri"/>
              </a:rPr>
              <a:t>Food Delivery AI Agent — Interim Report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